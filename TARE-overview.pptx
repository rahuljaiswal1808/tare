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6EDF3"/>
                </a:solidFill>
                <a:latin typeface="Arial"/>
              </a:rPr>
              <a:t>TARE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8A6FF"/>
                </a:solidFill>
                <a:latin typeface="Arial"/>
              </a:rPr>
              <a:t>Tool And Response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Arial"/>
              </a:rPr>
              <a:t>A reproducible benchmark for the context-window cost of MCP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github.com/rahuljaiswal1808/tare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Every tool call costs context, before any work 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MCP servers inject their tool definitions into the model context on every request.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That cost is paid before any user input, and again on every turn.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There's no neutral way to measure this.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Linters exist (agent-friend), but no reproducible, dated, tokenizer-declared benchmark.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Token counts circulating in the ecosystem are inconsistent.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Different tokenizers, different sample tools, single-scenario "hero" figures presented as if they generalize.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TARE: a spec + a reproducible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Six static dimensions, scored automatically from a tool manifest.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No model calls, no task execution -- pure static analysis.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A declared reference tokenizer (o200k_base), vendored for offline reproducibility.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Every result records its tokenizer and capture date.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Two headline figures per server.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A 0-100 Design Score, and the raw Static Context Cost in tokens.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Six dimensions, weighted into one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019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Arial"/>
              </a:rPr>
              <a:t>Tool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922"/>
                </a:solidFill>
                <a:latin typeface="Arial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Total tool count at default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42032"/>
            <a:ext cx="1106424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151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151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Arial"/>
              </a:rPr>
              <a:t>Schema Footprint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151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922"/>
                </a:solidFill>
                <a:latin typeface="Arial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63347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Per-tool token median + total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1106424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284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Arial"/>
              </a:rPr>
              <a:t>Progressive Disclosure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284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922"/>
                </a:solidFill>
                <a:latin typeface="Arial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346704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Runtime toolset narrowing or meta-tools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68496"/>
            <a:ext cx="1106424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416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Arial"/>
              </a:rPr>
              <a:t>Response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416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922"/>
                </a:solidFill>
                <a:latin typeface="Arial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059935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Pagination / field-selection params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81728"/>
            <a:ext cx="1106424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D5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54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Arial"/>
              </a:rPr>
              <a:t>Description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54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922"/>
                </a:solidFill>
                <a:latin typeface="Arial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77316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Usage-boundary language in descriptions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594360"/>
          </a:xfrm>
          <a:prstGeom prst="roundRect">
            <a:avLst/>
          </a:prstGeom>
          <a:solidFill>
            <a:srgbClr val="161B22"/>
          </a:solidFill>
          <a:ln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681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D6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681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Arial"/>
              </a:rPr>
              <a:t>Redundancy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681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922"/>
                </a:solidFill>
                <a:latin typeface="Arial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54864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Duplicate property schema fragments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TARE-BENCH V0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8 production SaaS MCP servers,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Arial"/>
              </a:rPr>
              <a:t>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Arial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Arial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  <a:latin typeface="Arial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Arial"/>
              </a:rPr>
              <a:t>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340864"/>
            <a:ext cx="2988259" cy="274320"/>
          </a:xfrm>
          <a:prstGeom prst="roundRect">
            <a:avLst/>
          </a:prstGeom>
          <a:solidFill>
            <a:srgbClr val="3FB950"/>
          </a:solidFill>
          <a:ln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827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Slack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614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9922"/>
                </a:solidFill>
                <a:latin typeface="Arial"/>
              </a:rPr>
              <a:t>68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816352"/>
            <a:ext cx="2673705" cy="274320"/>
          </a:xfrm>
          <a:prstGeom prst="roundRect">
            <a:avLst/>
          </a:prstGeom>
          <a:solidFill>
            <a:srgbClr val="D29922"/>
          </a:solidFill>
          <a:ln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7614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687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614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369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9922"/>
                </a:solidFill>
                <a:latin typeface="Arial"/>
              </a:rPr>
              <a:t>63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291840"/>
            <a:ext cx="2477109" cy="274320"/>
          </a:xfrm>
          <a:prstGeom prst="roundRect">
            <a:avLst/>
          </a:prstGeom>
          <a:solidFill>
            <a:srgbClr val="D29922"/>
          </a:solidFill>
          <a:ln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8,218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2369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12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Stripe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9922"/>
                </a:solidFill>
                <a:latin typeface="Arial"/>
              </a:rPr>
              <a:t>62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767328"/>
            <a:ext cx="2437790" cy="274320"/>
          </a:xfrm>
          <a:prstGeom prst="roundRect">
            <a:avLst/>
          </a:prstGeom>
          <a:solidFill>
            <a:srgbClr val="D29922"/>
          </a:solidFill>
          <a:ln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712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2,367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712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87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MongoDB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187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9922"/>
                </a:solidFill>
                <a:latin typeface="Arial"/>
              </a:rPr>
              <a:t>54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4242816"/>
            <a:ext cx="2123236" cy="274320"/>
          </a:xfrm>
          <a:prstGeom prst="roundRect">
            <a:avLst/>
          </a:prstGeom>
          <a:solidFill>
            <a:srgbClr val="D29922"/>
          </a:solidFill>
          <a:ln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4187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4,078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187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Atlassian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5149"/>
                </a:solidFill>
                <a:latin typeface="Arial"/>
              </a:rPr>
              <a:t>46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718303"/>
            <a:ext cx="1808683" cy="274320"/>
          </a:xfrm>
          <a:prstGeom prst="roundRect">
            <a:avLst/>
          </a:prstGeom>
          <a:solidFill>
            <a:srgbClr val="F85149"/>
          </a:solidFill>
          <a:ln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19,983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1389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Notion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138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5149"/>
                </a:solidFill>
                <a:latin typeface="Arial"/>
              </a:rPr>
              <a:t>43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5193792"/>
            <a:ext cx="1690725" cy="274320"/>
          </a:xfrm>
          <a:prstGeom prst="roundRect">
            <a:avLst/>
          </a:prstGeom>
          <a:solidFill>
            <a:srgbClr val="F85149"/>
          </a:solidFill>
          <a:ln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5138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15,720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51389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6144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Arial"/>
              </a:rPr>
              <a:t>Salesforce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144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5149"/>
                </a:solidFill>
                <a:latin typeface="Arial"/>
              </a:rPr>
              <a:t>38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5669280"/>
            <a:ext cx="1494129" cy="274320"/>
          </a:xfrm>
          <a:prstGeom prst="roundRect">
            <a:avLst/>
          </a:prstGeom>
          <a:solidFill>
            <a:srgbClr val="F85149"/>
          </a:solidFill>
          <a:ln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56144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21,226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56144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Arial"/>
              </a:rPr>
              <a:t>Schema design dominates footprint --
tool count almost doesn't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Notion (22 tools) costs nearly 2x more tokens than GitHub (43 tools).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Notion's server is generated from its OpenAPI spec -- every tool carries the full parameter schema verbatim (~715 tokens/tool).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GitHub's schemas are handwritten and lean.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Cost scales with schema verbosity, not tool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Arial"/>
              </a:rPr>
              <a:t>Linear: 827 tokens for 5 tools   →   Salesforce: 21,226 tokens for 74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Arial"/>
              </a:rPr>
              <a:t>Progressive disclosure is rare
and high-leverage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GitHub is the only server in the set with runtime toolset scoping.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43 tools by default, expandable to 82 at runtime.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No other server in the set has an equivalent mechanism.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Everything else loads its full surface every time, whether the agent needs it or not.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Salesforce pays the full 21,226-token cost on every request regardless of which of its 74 tools are actually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FINDING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Arial"/>
              </a:rPr>
              <a:t>Description quality is
universally weak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Every one of the 8 servers scores red on description quality.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The check looks for usage-boundary language: when to call this tool, when not to, how to choose between similar tools.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A model can usually infer what a tool does from its name.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What it often can't infer is which of several similar tools to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WHY THIS IS CREDIBLE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Reproducibility is the whole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●  Every result records its tokenizer and capture date.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B949E"/>
                </a:solidFill>
                <a:latin typeface="Arial"/>
              </a:rPr>
              <a:t>     Undated, tokenizer-undeclared figures rot -- and we caught a real example of this (a Notion-clone server changed its tool count between two captures).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●  The o200k_base vocab is vendored in the repo.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B949E"/>
                </a:solidFill>
                <a:latin typeface="Arial"/>
              </a:rPr>
              <a:t>     Measurements run fully offline; no network dependency, no silent drift.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●  Every threshold carries an explicit epistemic label.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B949E"/>
                </a:solidFill>
                <a:latin typeface="Arial"/>
              </a:rPr>
              <a:t>     Sourced / Reasoned / Unvalidated -- we don't claim more certainty than the data supports.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●  Provenance caveats are documented per-server.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B949E"/>
                </a:solidFill>
                <a:latin typeface="Arial"/>
              </a:rPr>
              <a:t>     E.g. Atlassian and Linear measurements are community servers, not official remote MCPs -- flagged honestly, not hidden.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Score your own server in under a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Browser, no install: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Paste a tools/list JSON response at rahuljaiswal1808.github.io/tare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Canonical (o200k_base):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pip install -e '.[dev]'  →  tare measure-server --server &lt;name&gt;  →  tare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FF"/>
                </a:solidFill>
                <a:latin typeface="Arial"/>
              </a:rPr>
              <a:t>github.com/rahuljaiswal1808/tare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Arial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Arial"/>
              </a:rPr>
              <a:t>Where this goes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Expand the benchmark set beyond 8 servers.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Especially ones the community asks about.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Verify the provisional entries against live/official endpoints.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Stripe, Atlassian, Linear -- when credentials are available.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●  Earn the causal claim (later stage).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8B949E"/>
                </a:solidFill>
                <a:latin typeface="Arial"/>
              </a:rPr>
              <a:t>     A controlled experiment: same server, with and without progressive disclosure / response shaping, measuring real task success deltas.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